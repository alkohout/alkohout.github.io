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9"/>
    <a:srgbClr val="105E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8164-0466-5848-6EB7-640CE718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688C8-D10D-0C02-EC59-48BE87021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97CEB-B598-2D9A-2346-897809EF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A748-AC45-9810-F9B9-C7ECF839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F714-C6CA-C025-8200-8FA8558C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9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30BC-6837-79C9-31C1-FF8E9A71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193A-5697-0B05-AB5E-98EDD717B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0D4FB-D326-08FE-997D-D6E7B275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8B26C-70AB-8BC7-F0AD-3BCC9FC8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1231A-B0F8-6020-1EA7-AB4DB376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5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3CA4-40E6-531E-88B9-B8417B7A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122B6-CB07-8F23-7D9C-ECD0DDEAD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5CAF1-7A67-32A8-AB8F-0BA80862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1276F-122B-4EE0-6202-99EEF5C9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F0160-DDB5-6D93-3B5A-6E85BF20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0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F6C8-B566-563B-37F6-D4CB573A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50E68-399E-FF46-F748-E34495121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78AE1-763D-AC0D-7D0F-050A0411E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7A218-59D8-9308-A75D-077C457E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7417C-F145-526B-C58E-6F06749D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7182B-24E7-35E0-B76B-FFCFA25D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3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EAA3-6B62-FC4C-D7E9-CC3FE1BE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15A9-24CE-C61B-45A4-28AB28C1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0AE58-B727-0724-AC80-48636D613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2618D-6FB0-1031-8235-36366E028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1AD14-B08E-802D-B7CC-6A5D84265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8F813F-6B46-AC50-9543-BDADCBE6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0E3-D156-9E23-4083-F3899EEE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18B56-FFCF-4080-637A-9DBCAB5E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5A48-0517-9281-7ADC-C4B479CD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BD357-757C-E322-295E-9FF49A15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8002E-B333-6D3C-C3A9-8EB91A02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6EAED-1966-CC04-FB91-EE7E6806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418D5-324F-F768-1033-D85FBE5C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787B2-4630-B467-35EF-0161247B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5526-7C31-6A56-F8F5-E4FF0255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0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DF0F-9FFE-35F6-77F4-C1C4E4A3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C45E-7D15-DE0D-6975-D87F5A67A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0A08B-E9EE-C466-7814-7D5CF1FDB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73652-8618-FCA5-342A-65757218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DEC73-8CF6-7C88-1915-0643D438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36789-01FE-BF43-7795-B18E1F77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9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C46A-E571-443E-875D-E8317DB9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922FA-C6A8-5A6E-7EA0-272445AAB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8054C-EE1B-4FE1-4F5C-F8882B762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872E4-ED4B-A4A1-6A88-2C5D65C0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BF963-0780-533D-83C2-991A457B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3E16E-D560-81D5-5008-92E1B415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2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33C8-A3FB-C06A-F7FD-3388A7B3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C8ED3-B261-8BD7-FB6D-2BD14BEDA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F6DD-4275-C0FF-4682-B452882A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D30D-7590-FBFF-660F-B3CC3BD8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FF44-B47C-4CD0-C21B-2D52E445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8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9BEF9-616E-8D8F-424D-17CB2E30F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58DFE-742F-66C3-9659-06035504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EBED2-D1DD-595E-FC61-5B19D27C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3ECDE-B166-596B-09B1-CB81F061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54483-C5CD-AF37-C61F-722FC48E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5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375821-4430-9296-1DDC-6373583D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C9B2-F879-A482-3CEB-E991FA39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D4FB-FB69-961E-278C-EB3834D6D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A2D7B-0BB1-A541-A410-09E8EA21E1D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9499C-3EC0-2FFD-99DB-C632C56AF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5A410-29A3-53B8-28AC-590514CAA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24404-178E-694A-BEAB-A9FE8707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6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gradient&#10;&#10;AI-generated content may be incorrect.">
            <a:extLst>
              <a:ext uri="{FF2B5EF4-FFF2-40B4-BE49-F238E27FC236}">
                <a16:creationId xmlns:a16="http://schemas.microsoft.com/office/drawing/2014/main" id="{5F593E5B-B8DF-8CA8-3250-3AB4509EC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82" y="0"/>
            <a:ext cx="4850036" cy="6858000"/>
          </a:xfrm>
          <a:prstGeom prst="rect">
            <a:avLst/>
          </a:prstGeom>
          <a:solidFill>
            <a:srgbClr val="105E99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230C769-E090-FE8B-E339-D3C2A7FEA257}"/>
              </a:ext>
            </a:extLst>
          </p:cNvPr>
          <p:cNvSpPr/>
          <p:nvPr/>
        </p:nvSpPr>
        <p:spPr>
          <a:xfrm>
            <a:off x="3657600" y="0"/>
            <a:ext cx="4880919" cy="609188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rgbClr val="F8FCFE"/>
              </a:gs>
              <a:gs pos="99000">
                <a:srgbClr val="F8F8F9"/>
              </a:gs>
              <a:gs pos="0">
                <a:srgbClr val="105E9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2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kohout</dc:creator>
  <cp:lastModifiedBy>alison kohout</cp:lastModifiedBy>
  <cp:revision>2</cp:revision>
  <dcterms:created xsi:type="dcterms:W3CDTF">2025-03-23T01:45:57Z</dcterms:created>
  <dcterms:modified xsi:type="dcterms:W3CDTF">2025-03-23T01:55:04Z</dcterms:modified>
</cp:coreProperties>
</file>